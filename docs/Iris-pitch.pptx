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Iris</a:t>
            </a:r>
            <a:pPr indent="0" marL="0">
              <a:buNone/>
            </a:pPr>
            <a:r>
              <a:rPr lang="en-US" sz="24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a seeing companion that remembers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" cy="10515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 billion+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 live with a vision impairment.¹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864" cy="10515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"Where are my keys?"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Losing everyday objects is constant friction, and sighted help isn't always nearby.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4864" cy="10515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89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Today's AI vision apps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about this moment only. They forget what they saw, and stay silent until asked, even when there's a step ahead.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IRIS DOES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7181B"/>
          </a:solidFill>
          <a:ln w="9525">
            <a:solidFill>
              <a:srgbClr val="3A3D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920240"/>
            <a:ext cx="182880" cy="182880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D4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12280" y="2194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"Your keys are on the kitchen counter next to the red mug. I saw them 4 minutes ago."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7181B"/>
          </a:solidFill>
          <a:ln w="9525">
            <a:solidFill>
              <a:srgbClr val="3A3D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246120"/>
            <a:ext cx="182880" cy="18288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12280" y="35204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Warns about steps and obstacles without being asked, with a vibration, and doesn't repeat the same warning.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43891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7181B"/>
          </a:solidFill>
          <a:ln w="9525">
            <a:solidFill>
              <a:srgbClr val="3A3D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572000"/>
            <a:ext cx="182880" cy="1828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A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Converses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812280" y="48463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Hands-free: just say "Iris, …". It describes what's ahead and reads signs aloud.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109960" cy="548640"/>
          </a:xfrm>
          <a:prstGeom prst="roundRect">
            <a:avLst>
              <a:gd name="adj" fmla="val 16667"/>
            </a:avLst>
          </a:prstGeom>
          <a:solidFill>
            <a:srgbClr val="1F2126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Worn on a lanyard, camera facing out</a:t>
            </a:r>
            <a:pPr algn="ctr" indent="0" marL="0">
              <a:buNone/>
            </a:pPr>
            <a:r>
              <a:rPr lang="en-US" sz="13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Supports a cane or guide dog, never replaces them   ·   </a:t>
            </a:r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says anything is "safe"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¹ World Health Organization, Blindness and vision impairment fact sheet.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Iris works: five agents, one shared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run in parallel and never call each other. They coordinate only through the shared memory and one priority speech queue.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17181B"/>
          </a:solidFill>
          <a:ln w="15875">
            <a:solidFill>
              <a:srgbClr val="3A3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562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Camera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762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 every ~4-5 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98348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17181B"/>
          </a:solidFill>
          <a:ln w="15875">
            <a:solidFill>
              <a:srgbClr val="3A3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56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Microphone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53766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kHz live stream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178308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17181B"/>
          </a:solidFill>
          <a:ln w="15875">
            <a:solidFill>
              <a:srgbClr val="B4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8562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1762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vision call per frame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2171700"/>
            <a:ext cx="365760" cy="91"/>
          </a:xfrm>
          <a:prstGeom prst="line">
            <a:avLst/>
          </a:prstGeom>
          <a:noFill/>
          <a:ln w="22225">
            <a:solidFill>
              <a:srgbClr val="A3A7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123444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15875">
            <a:solidFill>
              <a:srgbClr val="FF5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3075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Guardian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1627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urgent hazards, unprompted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33172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15875">
            <a:solidFill>
              <a:srgbClr val="45D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404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D4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 Logger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27249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events + "last seen" index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291840"/>
            <a:ext cx="2240280" cy="640080"/>
          </a:xfrm>
          <a:prstGeom prst="roundRect">
            <a:avLst>
              <a:gd name="adj" fmla="val 14286"/>
            </a:avLst>
          </a:prstGeom>
          <a:solidFill>
            <a:srgbClr val="17181B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3649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Short-Term Memory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80560" y="36850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rolling summary, every 60 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4069080"/>
            <a:ext cx="2240280" cy="640080"/>
          </a:xfrm>
          <a:prstGeom prst="roundRect">
            <a:avLst>
              <a:gd name="adj" fmla="val 14286"/>
            </a:avLst>
          </a:prstGeom>
          <a:solidFill>
            <a:srgbClr val="17181B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142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Long-Term Memory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80560" y="44622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diary + learned habits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498348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17181B"/>
          </a:solidFill>
          <a:ln w="15875">
            <a:solidFill>
              <a:srgbClr val="FFD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50566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Communicator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5376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speaks only when asked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"Iris, where are my keys?"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flipV="1">
            <a:off x="3931920" y="1691640"/>
            <a:ext cx="411480" cy="320040"/>
          </a:xfrm>
          <a:prstGeom prst="line">
            <a:avLst/>
          </a:prstGeom>
          <a:noFill/>
          <a:ln w="22225">
            <a:solidFill>
              <a:srgbClr val="B48C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31920" y="2331720"/>
            <a:ext cx="411480" cy="365760"/>
          </a:xfrm>
          <a:prstGeom prst="line">
            <a:avLst/>
          </a:prstGeom>
          <a:noFill/>
          <a:ln w="22225">
            <a:solidFill>
              <a:srgbClr val="B48C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74520" y="5372100"/>
            <a:ext cx="2468880" cy="91"/>
          </a:xfrm>
          <a:prstGeom prst="line">
            <a:avLst/>
          </a:prstGeom>
          <a:noFill/>
          <a:ln w="22225">
            <a:solidFill>
              <a:srgbClr val="A3A7A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965960" y="5120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wake word "Iris"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86600" y="233172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F2126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Memory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Timestamped event log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Last-seen object index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Short-term summary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Diary + habits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Persists on device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2697480"/>
            <a:ext cx="502920" cy="91"/>
          </a:xfrm>
          <a:prstGeom prst="line">
            <a:avLst/>
          </a:prstGeom>
          <a:noFill/>
          <a:ln w="22225">
            <a:solidFill>
              <a:srgbClr val="45D483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58368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3611880"/>
            <a:ext cx="502920" cy="91"/>
          </a:xfrm>
          <a:prstGeom prst="line">
            <a:avLst/>
          </a:prstGeom>
          <a:noFill/>
          <a:ln w="22225">
            <a:solidFill>
              <a:srgbClr val="4DA3FF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83680" y="4389120"/>
            <a:ext cx="502920" cy="91"/>
          </a:xfrm>
          <a:prstGeom prst="line">
            <a:avLst/>
          </a:prstGeom>
          <a:noFill/>
          <a:ln w="22225">
            <a:solidFill>
              <a:srgbClr val="4DA3FF"/>
            </a:solidFill>
            <a:prstDash val="solid"/>
            <a:headEnd type="triangl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583680" y="37673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+ write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6583680" y="4709160"/>
            <a:ext cx="1051560" cy="548640"/>
          </a:xfrm>
          <a:prstGeom prst="line">
            <a:avLst/>
          </a:prstGeom>
          <a:noFill/>
          <a:ln w="22225">
            <a:solidFill>
              <a:srgbClr val="FFD60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726680" y="4773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464040" y="1234440"/>
            <a:ext cx="2377440" cy="4526280"/>
          </a:xfrm>
          <a:prstGeom prst="roundRect">
            <a:avLst>
              <a:gd name="adj" fmla="val 4615"/>
            </a:avLst>
          </a:prstGeom>
          <a:solidFill>
            <a:srgbClr val="17181B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Speech Queue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601200" y="178308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Alerts jump the queue and interrupt answers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Interrupted answer resumes at the same sentence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15 s cooldown per hazard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2F2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Safety filter: never "safe"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601200" y="48006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4800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Speech + vibration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the user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0" y="1600200"/>
            <a:ext cx="2880360" cy="91"/>
          </a:xfrm>
          <a:prstGeom prst="line">
            <a:avLst/>
          </a:prstGeom>
          <a:noFill/>
          <a:ln w="31750">
            <a:solidFill>
              <a:srgbClr val="FF5A4F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583680" y="13533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· priority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5532120"/>
            <a:ext cx="2880360" cy="91"/>
          </a:xfrm>
          <a:prstGeom prst="line">
            <a:avLst/>
          </a:prstGeom>
          <a:noFill/>
          <a:ln w="25400">
            <a:solidFill>
              <a:srgbClr val="FFD60A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406640" y="5559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· normal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6035040"/>
            <a:ext cx="11475720" cy="548640"/>
          </a:xfrm>
          <a:prstGeom prst="roundRect">
            <a:avLst>
              <a:gd name="adj" fmla="val 16667"/>
            </a:avLst>
          </a:prstGeom>
          <a:solidFill>
            <a:srgbClr val="1F2126"/>
          </a:solidFill>
          <a:ln w="12700">
            <a:solidFill>
              <a:srgbClr val="3A3D44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548640" y="6035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8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  </a:t>
            </a:r>
            <a:pPr algn="ctr" indent="0" marL="0">
              <a:buNone/>
            </a:pPr>
            <a:r>
              <a:rPr lang="en-US" sz="1200" dirty="0">
                <a:solidFill>
                  <a:srgbClr val="A3A7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 proxy keeps the API key off the device  ·  Gemini vision for frames + summaries  ·  Gemini Live API for hands-free voice  ·  automatic model fallback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</dc:title>
  <dc:subject>PptxGenJS Presentation</dc:subject>
  <dc:creator>PptxGenJS</dc:creator>
  <cp:lastModifiedBy>PptxGenJS</cp:lastModifiedBy>
  <cp:revision>1</cp:revision>
  <dcterms:created xsi:type="dcterms:W3CDTF">2026-10-24T23:09:14Z</dcterms:created>
  <dcterms:modified xsi:type="dcterms:W3CDTF">2026-10-24T23:09:14Z</dcterms:modified>
</cp:coreProperties>
</file>